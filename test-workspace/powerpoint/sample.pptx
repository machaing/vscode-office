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Viewer PPT 测试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标题页: pptx 格式渲染测试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内容页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第一点:项目符号列表</a:t>
            </a:r>
          </a:p>
          <a:p>
            <a:pPr lvl="1"/>
            <a:r>
              <a:t>第二点:中英文混排 Mixed Text</a:t>
            </a:r>
          </a:p>
          <a:p>
            <a:pPr lvl="1"/>
            <a:r>
              <a:t>第三点:样式与排版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第三页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3500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DD4400"/>
                </a:solidFill>
              </a:rPr>
              <a:t>彩色加粗文本 Colored Bold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